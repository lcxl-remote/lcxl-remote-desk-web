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原始备注</a:t>
            </a:r>
          </a:p>
          <a:p>
            <a:r>
              <a:t>第二段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2800">
                <a:solidFill>
                  <a:srgbClr val="123456"/>
                </a:solidFill>
              </a:rPr>
              <a:t>原始</a:t>
            </a:r>
            <a:r>
              <a:rPr i="1" sz="2000">
                <a:solidFill>
                  <a:srgbClr val="987654"/>
                </a:solidFill>
              </a:rPr>
              <a:t>标题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Keep this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Unchanged second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Unchanged body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